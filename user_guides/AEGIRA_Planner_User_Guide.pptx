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aomp-logo/aegira-aomp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17036" y="1417320"/>
            <a:ext cx="4754880" cy="141899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20040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500" kern="0" dirty="0">
                <a:solidFill>
                  <a:srgbClr val="E6B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LEITFADEN · USER GUIDE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1371600" y="3703320"/>
            <a:ext cx="94457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Vorhaben zum ausführbaren Agent-Harness —</a:t>
            </a:r>
            <a:endParaRPr lang="en-US" sz="1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9 Schritten, mit 3 menschlichen Freigaben.</a:t>
            </a:r>
            <a:endParaRPr lang="en-US" sz="1900" dirty="0"/>
          </a:p>
        </p:txBody>
      </p:sp>
      <p:sp>
        <p:nvSpPr>
          <p:cNvPr id="5" name="Text 2"/>
          <p:cNvSpPr/>
          <p:nvPr/>
        </p:nvSpPr>
        <p:spPr>
          <a:xfrm>
            <a:off x="0" y="626364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exmachinAI · AEGIRA AI Trust Platform · Evidence-based AI Trust · 30.05.2026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aomp-logo/aegira-aomp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11480"/>
            <a:ext cx="2377440" cy="70949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3258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Planner in drei Phasen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502920" y="1965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Makro-Phasen, neun Schritte, drei harte menschliche Freigaben (Gates). Jeder Schritt erzeugt nachvollziehbare Evidenz.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502920" y="2697480"/>
            <a:ext cx="361188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02920" y="2697480"/>
            <a:ext cx="3611880" cy="109728"/>
          </a:xfrm>
          <a:prstGeom prst="rect">
            <a:avLst/>
          </a:prstGeom>
          <a:solidFill>
            <a:srgbClr val="E6B32F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6B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77240" y="320040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VERSTEHEN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777240" y="3767328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Schritt 1–3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77240" y="416052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E17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Vorhaben beschreiben · Schärfungs-Interview · Verständnis freigeben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777240" y="5257800"/>
            <a:ext cx="3063240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2" name="Text 9"/>
          <p:cNvSpPr/>
          <p:nvPr/>
        </p:nvSpPr>
        <p:spPr>
          <a:xfrm>
            <a:off x="777240" y="52578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1 — Verständnis-Freigabe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562856" y="2697480"/>
            <a:ext cx="361188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62856" y="2697480"/>
            <a:ext cx="3611880" cy="109728"/>
          </a:xfrm>
          <a:prstGeom prst="rect">
            <a:avLst/>
          </a:prstGeom>
          <a:solidFill>
            <a:srgbClr val="E6B32F"/>
          </a:solidFill>
          <a:ln/>
        </p:spPr>
      </p:sp>
      <p:sp>
        <p:nvSpPr>
          <p:cNvPr id="15" name="Text 12"/>
          <p:cNvSpPr/>
          <p:nvPr/>
        </p:nvSpPr>
        <p:spPr>
          <a:xfrm>
            <a:off x="4837176" y="29260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6B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4837176" y="320040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PLANEN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4837176" y="3767328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Schritt 4–7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4837176" y="416052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E17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Kontext &amp; Leitplanken · ZGPM-Plan erzeugen · Review &amp; Freigabe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4837176" y="5257800"/>
            <a:ext cx="3063240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0" name="Text 17"/>
          <p:cNvSpPr/>
          <p:nvPr/>
        </p:nvSpPr>
        <p:spPr>
          <a:xfrm>
            <a:off x="4837176" y="52578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2 — Plan-Freigabe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622792" y="2697480"/>
            <a:ext cx="361188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622792" y="2697480"/>
            <a:ext cx="3611880" cy="109728"/>
          </a:xfrm>
          <a:prstGeom prst="rect">
            <a:avLst/>
          </a:prstGeom>
          <a:solidFill>
            <a:srgbClr val="E6B32F"/>
          </a:solidFill>
          <a:ln/>
        </p:spPr>
      </p:sp>
      <p:sp>
        <p:nvSpPr>
          <p:cNvPr id="23" name="Text 20"/>
          <p:cNvSpPr/>
          <p:nvPr/>
        </p:nvSpPr>
        <p:spPr>
          <a:xfrm>
            <a:off x="8897112" y="29260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6B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8897112" y="320040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BAUEN</a:t>
            </a:r>
            <a:endParaRPr lang="en-US" sz="2600" dirty="0"/>
          </a:p>
        </p:txBody>
      </p:sp>
      <p:sp>
        <p:nvSpPr>
          <p:cNvPr id="25" name="Text 22"/>
          <p:cNvSpPr/>
          <p:nvPr/>
        </p:nvSpPr>
        <p:spPr>
          <a:xfrm>
            <a:off x="8897112" y="3767328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Schritt 8–9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8897112" y="416052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E17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Agent-Harness kompilieren · Export als portables Zip</a:t>
            </a:r>
            <a:endParaRPr lang="en-US" sz="1350" dirty="0"/>
          </a:p>
        </p:txBody>
      </p:sp>
      <p:sp>
        <p:nvSpPr>
          <p:cNvPr id="27" name="Shape 24"/>
          <p:cNvSpPr/>
          <p:nvPr/>
        </p:nvSpPr>
        <p:spPr>
          <a:xfrm>
            <a:off x="8897112" y="5257800"/>
            <a:ext cx="3063240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8" name="Text 25"/>
          <p:cNvSpPr/>
          <p:nvPr/>
        </p:nvSpPr>
        <p:spPr>
          <a:xfrm>
            <a:off x="8897112" y="52578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3 — Export-Freigabe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928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6B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· PROJEKT-ÜBERSICHT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960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80160" y="91440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Projekt-Übersicht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1874520"/>
            <a:ext cx="41605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0E17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Vorhaben auf einen Blick — mit Status-Badge je Projekt.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0E17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Badge zeigt, an welchem Gate ein Projekt steht (z. B. ‘Verständnis offen’, ‘Gate 1 ✓ · In Review’).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0E17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Über ‘Neues Projekt’ startest du ein Vorhaben.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5715000"/>
            <a:ext cx="4160520" cy="658368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5715000"/>
            <a:ext cx="3886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Trust-Infrastructure: jeder Schritt erzeugt Evidenz, statt nur ein Ergebnis zu behaupten.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782312" y="1112785"/>
            <a:ext cx="6986016" cy="463243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8000"/>
              </a:srgbClr>
            </a:outerShdw>
          </a:effectLst>
        </p:spPr>
      </p:sp>
      <p:pic>
        <p:nvPicPr>
          <p:cNvPr id="10" name="Image 0" descr="/Users/mveil/Library/CloudStorage/Dropbox-exmachinAI/Team-Ordner exmachinAI/02_exmachinAI_GmbH/02_Projekte/01_AEGIRA _AI_TRUST_PLATFORM/50_APPS/20_AGENT_OPERATING_MODEL_PLANNER/user_guides/screenshots/01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92040" y="1222513"/>
            <a:ext cx="6766560" cy="441297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928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6B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VERSTEHEN · SCHRITT 1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960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80160" y="91440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Vorhaben beschreiben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1874520"/>
            <a:ext cx="41605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0E17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Beschreibe dein Vorhaben formlos, in eigenen Worten — kein Fachjargon nötig.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0E17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aussagekräftiger Titel und ein kurzer Brief genügen als Rohstoff fürs Interview.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0E17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Projekt-Natur und Zielplattform schärft die KI im nächsten Schritt mit dir.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82312" y="1112785"/>
            <a:ext cx="6986016" cy="463243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8000"/>
              </a:srgbClr>
            </a:outerShdw>
          </a:effectLst>
        </p:spPr>
      </p:sp>
      <p:pic>
        <p:nvPicPr>
          <p:cNvPr id="8" name="Image 0" descr="/Users/mveil/Library/CloudStorage/Dropbox-exmachinAI/Team-Ordner exmachinAI/02_exmachinAI_GmbH/02_Projekte/01_AEGIRA _AI_TRUST_PLATFORM/50_APPS/20_AGENT_OPERATING_MODEL_PLANNER/user_guides/screenshots/02_n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92040" y="1222513"/>
            <a:ext cx="6766560" cy="441297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928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6B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VERSTEHEN · SCHRITT 2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960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80160" y="91440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Schärfungs-Interview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1874520"/>
            <a:ext cx="41605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0E17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KI (Claude Sonnet 4.6) schärft im Dialog — MECE, hypothesengeleitet, eine Frage nach der anderen.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0E17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Vorschläge zu Projektart und Plattform erscheinen als Chips — übernehmen oder verwerfen.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0E17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Optional: Dokumente einspeisen. Inhalt wird nur ephemer verarbeitet; dauerhaft bleibt nur der Nachweis (Name + Hash).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5715000"/>
            <a:ext cx="4160520" cy="658368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5715000"/>
            <a:ext cx="3886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Echtes McKinsey-Schärfungs-Interview — Pyramid-Prinzip, Kernaussage zuerst.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782312" y="1112785"/>
            <a:ext cx="6986016" cy="463243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8000"/>
              </a:srgbClr>
            </a:outerShdw>
          </a:effectLst>
        </p:spPr>
      </p:sp>
      <p:pic>
        <p:nvPicPr>
          <p:cNvPr id="10" name="Image 0" descr="/Users/mveil/Library/CloudStorage/Dropbox-exmachinAI/Team-Ordner exmachinAI/02_exmachinAI_GmbH/02_Projekte/01_AEGIRA _AI_TRUST_PLATFORM/50_APPS/20_AGENT_OPERATING_MODEL_PLANNER/user_guides/screenshots/03_int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92040" y="1222513"/>
            <a:ext cx="6766560" cy="441297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928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6B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VERSTEHEN · SCHRITT 3 + GATE 1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960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80160" y="91440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Verständnis &amp; Gate 1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1874520"/>
            <a:ext cx="41605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0E17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Projektart (Konzept / Technisch / Hybrid), Zielplattform und Kernaussage festlegen.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0E17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der Freigabe (Gate 1) wird das Verständnis verbindlich — danach kein Edit mehr.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0E17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Kontext-Quellen werden eingefroren (frozen_at) und damit zum zitierbaren Evidenz-Stand.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5715000"/>
            <a:ext cx="4160520" cy="658368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5715000"/>
            <a:ext cx="3886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1 ist eine bewusste menschliche Entscheidung (Human-in-the-Loop), keine Formalie.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782312" y="1112785"/>
            <a:ext cx="6986016" cy="463243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8000"/>
              </a:srgbClr>
            </a:outerShdw>
          </a:effectLst>
        </p:spPr>
      </p:sp>
      <p:pic>
        <p:nvPicPr>
          <p:cNvPr id="10" name="Image 0" descr="/Users/mveil/Library/CloudStorage/Dropbox-exmachinAI/Team-Ordner exmachinAI/02_exmachinAI_GmbH/02_Projekte/01_AEGIRA _AI_TRUST_PLATFORM/50_APPS/20_AGENT_OPERATING_MODEL_PLANNER/user_guides/screenshots/04_understan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92040" y="1222513"/>
            <a:ext cx="6766560" cy="441297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928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6B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PLANEN · SCHRITT 5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960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80160" y="91440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Leitplanken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1874520"/>
            <a:ext cx="41605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0E17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 der Planung: der erlaubte Rahmen. Urteil je Vorhaben: erlaubt / eskalieren / abgelehnt.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0E17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Harte Verbote blockieren (Waffen/Dual-Use, CBRN, Diskriminierung, Malware, EU-AI-Act-verbotene Praktiken).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0E17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Grenzfälle gehen mit bewusster Notiz an dich — nichts wird still entschieden.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82312" y="1112785"/>
            <a:ext cx="6986016" cy="463243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8000"/>
              </a:srgbClr>
            </a:outerShdw>
          </a:effectLst>
        </p:spPr>
      </p:sp>
      <p:pic>
        <p:nvPicPr>
          <p:cNvPr id="8" name="Image 0" descr="/Users/mveil/Library/CloudStorage/Dropbox-exmachinAI/Team-Ordner exmachinAI/02_exmachinAI_GmbH/02_Projekte/01_AEGIRA _AI_TRUST_PLATFORM/50_APPS/20_AGENT_OPERATING_MODEL_PLANNER/user_guides/screenshots/05_guardrai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92040" y="1222513"/>
            <a:ext cx="6766560" cy="441297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928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6B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PLANEN · SCHRITT 6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960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80160" y="91440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ZGPM-Plan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1874520"/>
            <a:ext cx="41605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0E17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 dem freigegebenen Verständnis erzeugen die Agenten einen vollständigen, methodischen Plan.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0E17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Enthält: Meilensteine, Verantwortlichkeiten (RACI/PVM), Risiken mit Ampel (PRL/MRL), Token-Budget, Quellen-Nachweis.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0E17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Reviewer-Agent prüft gegen die ZGPM-Regeln. AI-generierter Vorschlag (EU AI Act Art. 50).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5715000"/>
            <a:ext cx="4160520" cy="658368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5715000"/>
            <a:ext cx="3886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ZGPM-Methodik plus McKinsey-Prinzipien (MECE, Pyramid, hypothesengetrieben).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782312" y="1112785"/>
            <a:ext cx="6986016" cy="463243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8000"/>
              </a:srgbClr>
            </a:outerShdw>
          </a:effectLst>
        </p:spPr>
      </p:sp>
      <p:pic>
        <p:nvPicPr>
          <p:cNvPr id="10" name="Image 0" descr="/Users/mveil/Library/CloudStorage/Dropbox-exmachinAI/Team-Ordner exmachinAI/02_exmachinAI_GmbH/02_Projekte/01_AEGIRA _AI_TRUST_PLATFORM/50_APPS/20_AGENT_OPERATING_MODEL_PLANNER/user_guides/screenshots/06_pl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92040" y="1222513"/>
            <a:ext cx="6766560" cy="441297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928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6B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PLANEN · SCHRITT 7 + GATE 2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960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80160" y="91440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&amp; Gate 2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1874520"/>
            <a:ext cx="41605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0E17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inline prüfen und schärfen; Reviewer-Befunde abarbeiten.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0E17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gespeicherte Änderung erzeugt eine neue, unveränderliche Version (append-only, eigener plan_hash).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0E17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Gate 2 frierst du die Version als Bauvorlage für den Harness ein.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5715000"/>
            <a:ext cx="4160520" cy="658368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5715000"/>
            <a:ext cx="3886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hier steht, wird gebaut — deshalb die explizite menschliche Abnahme.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782312" y="1112785"/>
            <a:ext cx="6986016" cy="463243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8000"/>
              </a:srgbClr>
            </a:outerShdw>
          </a:effectLst>
        </p:spPr>
      </p:sp>
      <p:pic>
        <p:nvPicPr>
          <p:cNvPr id="10" name="Image 0" descr="/Users/mveil/Library/CloudStorage/Dropbox-exmachinAI/Team-Ordner exmachinAI/02_exmachinAI_GmbH/02_Projekte/01_AEGIRA _AI_TRUST_PLATFORM/50_APPS/20_AGENT_OPERATING_MODEL_PLANNER/user_guides/screenshots/07_re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92040" y="1222513"/>
            <a:ext cx="6766560" cy="441297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aomp-logo/aegira-aomp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11480"/>
            <a:ext cx="2194560" cy="65492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13716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6B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BAUEN · SCHRITT 8–9 + GATE 3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1691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Agent-Harness &amp; Export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548640" y="2651760"/>
            <a:ext cx="53492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68680" y="292608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4"/>
          <p:cNvSpPr/>
          <p:nvPr/>
        </p:nvSpPr>
        <p:spPr>
          <a:xfrm>
            <a:off x="868680" y="2926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645920" y="2971800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Agent-Harness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868680" y="379476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0E17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 dem bei Gate 2 freigegebenen Plan wird der ausführbare Agent-Harness kompiliert — die Übersetzung des Plans in eine lauffähige Agenten-Konfiguration.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172200" y="2651760"/>
            <a:ext cx="53492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92240" y="292608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9"/>
          <p:cNvSpPr/>
          <p:nvPr/>
        </p:nvSpPr>
        <p:spPr>
          <a:xfrm>
            <a:off x="6492240" y="2926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269480" y="2971800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&amp; Gate 3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6492240" y="379476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0E17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Harness wird als portables Zip bereitgestellt. Gate 3 gibt den Export frei. Portabel, kein Vendor-Lock-in; mit dem Export endet der Wirkungsbereich der Kontext-Quellen.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548640" y="5989320"/>
            <a:ext cx="10972800" cy="50292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6" name="Text 13"/>
          <p:cNvSpPr/>
          <p:nvPr/>
        </p:nvSpPr>
        <p:spPr>
          <a:xfrm>
            <a:off x="685800" y="598932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drei Gates (Verständnis · Plan · Export) sind nie übersteuerbar — sie markieren die Phasenübergänge und frieren je einen belastbaren Stand ein.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928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6B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DER APP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960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80160" y="91440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Hilfe &amp; Leitfaden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1874520"/>
            <a:ext cx="41605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0E17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Kontextsensitive Hilfe pro Schritt — über den Button ‘Hilfe’ oben rechts.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0E17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Dieser vollständige Leitfaden ist auch in der App hinterlegt (alle Schritte + Gates).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0E17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Sprache: Deutsch. Rechtsräume: DE · EU27-Rest · UK · CH.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82312" y="1112785"/>
            <a:ext cx="6986016" cy="463243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8000"/>
              </a:srgbClr>
            </a:outerShdw>
          </a:effectLst>
        </p:spPr>
      </p:sp>
      <p:pic>
        <p:nvPicPr>
          <p:cNvPr id="8" name="Image 0" descr="/Users/mveil/Library/CloudStorage/Dropbox-exmachinAI/Team-Ordner exmachinAI/02_exmachinAI_GmbH/02_Projekte/01_AEGIRA _AI_TRUST_PLATFORM/50_APPS/20_AGENT_OPERATING_MODEL_PLANNER/user_guides/screenshots/08_gu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92040" y="1222513"/>
            <a:ext cx="6766560" cy="441297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aomp-logo/aegira-aomp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91356" y="1645920"/>
            <a:ext cx="4206240" cy="125526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657600"/>
            <a:ext cx="10360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Evidence-based AI Trust — nachweisbar, audit-ready.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914400" y="4389120"/>
            <a:ext cx="103601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Jeder Schritt erzeugt nachvollziehbare Evidenz. Keine 100 %-Garantien — Nachweise.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0" y="612648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6B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zgpm.aegira.ai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AEGIRA - Agent Operating Model Planner - Leitfaden</dc:title>
  <dc:subject>PptxGenJS Presentation</dc:subject>
  <dc:creator>exmachinAI GmbH</dc:creator>
  <cp:lastModifiedBy>exmachinAI GmbH</cp:lastModifiedBy>
  <cp:revision>1</cp:revision>
  <dcterms:created xsi:type="dcterms:W3CDTF">2026-05-30T11:02:02Z</dcterms:created>
  <dcterms:modified xsi:type="dcterms:W3CDTF">2026-05-30T11:02:02Z</dcterms:modified>
</cp:coreProperties>
</file>